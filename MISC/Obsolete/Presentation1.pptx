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9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49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49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02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6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4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81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73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68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9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19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83B26-E082-4F46-B029-AD45B852BD4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2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705" y="0"/>
            <a:ext cx="4824590" cy="6858000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766" y="1361518"/>
            <a:ext cx="2896583" cy="289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41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HISD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Ivan Rojas Puente</dc:creator>
  <cp:lastModifiedBy>RojasPuente, Ivan</cp:lastModifiedBy>
  <cp:revision>9</cp:revision>
  <dcterms:created xsi:type="dcterms:W3CDTF">2015-12-29T07:03:46Z</dcterms:created>
  <dcterms:modified xsi:type="dcterms:W3CDTF">2016-01-31T07:33:03Z</dcterms:modified>
</cp:coreProperties>
</file>