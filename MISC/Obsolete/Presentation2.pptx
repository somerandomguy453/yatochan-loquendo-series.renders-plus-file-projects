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4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4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0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6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4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7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6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1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83B26-E082-4F46-B029-AD45B852BD42}" type="datetimeFigureOut">
              <a:rPr lang="en-US" smtClean="0"/>
              <a:t>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74F3A-1134-47BA-9815-EC7AD36F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062" y="0"/>
            <a:ext cx="5394237" cy="68580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479" y="2100299"/>
            <a:ext cx="2657401" cy="26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1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HISD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Rojas Puente</dc:creator>
  <cp:lastModifiedBy>RojasPuente, Ivan</cp:lastModifiedBy>
  <cp:revision>8</cp:revision>
  <dcterms:created xsi:type="dcterms:W3CDTF">2015-12-29T07:03:46Z</dcterms:created>
  <dcterms:modified xsi:type="dcterms:W3CDTF">2016-01-30T08:09:48Z</dcterms:modified>
</cp:coreProperties>
</file>